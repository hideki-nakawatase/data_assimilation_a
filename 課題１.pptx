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43"/>
    <p:restoredTop sz="94582"/>
  </p:normalViewPr>
  <p:slideViewPr>
    <p:cSldViewPr snapToGrid="0">
      <p:cViewPr varScale="1">
        <p:scale>
          <a:sx n="120" d="100"/>
          <a:sy n="120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634A4-9B32-3240-9E37-1F26487E5C0D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D85E55-E731-5749-A3E7-225410B938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4639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85E55-E731-5749-A3E7-225410B9388E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0382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8EB83-1483-7947-A3AE-49656DDCE1F9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E42420D7-9A5D-7548-8168-52D51B54AD09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27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8EB83-1483-7947-A3AE-49656DDCE1F9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420D7-9A5D-7548-8168-52D51B54AD09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369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8EB83-1483-7947-A3AE-49656DDCE1F9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420D7-9A5D-7548-8168-52D51B54AD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0574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8EB83-1483-7947-A3AE-49656DDCE1F9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420D7-9A5D-7548-8168-52D51B54AD09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606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8EB83-1483-7947-A3AE-49656DDCE1F9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420D7-9A5D-7548-8168-52D51B54AD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9600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8EB83-1483-7947-A3AE-49656DDCE1F9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420D7-9A5D-7548-8168-52D51B54AD09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443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8EB83-1483-7947-A3AE-49656DDCE1F9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420D7-9A5D-7548-8168-52D51B54AD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6391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8EB83-1483-7947-A3AE-49656DDCE1F9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420D7-9A5D-7548-8168-52D51B54AD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065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8EB83-1483-7947-A3AE-49656DDCE1F9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420D7-9A5D-7548-8168-52D51B54AD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124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8EB83-1483-7947-A3AE-49656DDCE1F9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420D7-9A5D-7548-8168-52D51B54AD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7037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8EB83-1483-7947-A3AE-49656DDCE1F9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420D7-9A5D-7548-8168-52D51B54AD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897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6868EB83-1483-7947-A3AE-49656DDCE1F9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420D7-9A5D-7548-8168-52D51B54AD09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43477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kumimoji="1"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806DFD-E192-42CC-B190-3C4C95B8F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9867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077BA10-2F2D-6F36-3B7A-3CF3D730D3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9697" y="1949051"/>
            <a:ext cx="5644108" cy="4056638"/>
          </a:xfrm>
        </p:spPr>
        <p:txBody>
          <a:bodyPr>
            <a:normAutofit/>
          </a:bodyPr>
          <a:lstStyle/>
          <a:p>
            <a:r>
              <a:rPr kumimoji="1" lang="ja-JP" altLang="en-US" sz="6600"/>
              <a:t>データ同化</a:t>
            </a:r>
            <a:r>
              <a:rPr kumimoji="1" lang="en-US" altLang="ja-JP" sz="6600"/>
              <a:t>A</a:t>
            </a:r>
            <a:r>
              <a:rPr kumimoji="1" lang="ja-JP" altLang="en-US" sz="6600"/>
              <a:t> 課題１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A7D8ED-4DB6-46C0-AE81-24DA0AAF9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6204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C12349-62E6-4BD7-9794-8785CD02DF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3" y="0"/>
            <a:ext cx="369012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3E7EE2F-05BF-05D3-495E-F2B3E3E0E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7490" y="1949051"/>
            <a:ext cx="3002750" cy="2959899"/>
          </a:xfrm>
        </p:spPr>
        <p:txBody>
          <a:bodyPr anchor="ctr">
            <a:normAutofit/>
          </a:bodyPr>
          <a:lstStyle/>
          <a:p>
            <a:pPr algn="ctr"/>
            <a:r>
              <a:rPr lang="ja-JP" altLang="en-US" sz="2800"/>
              <a:t>理学部地球物理専攻　</a:t>
            </a:r>
            <a:endParaRPr lang="en-US" altLang="ja-JP" sz="2800"/>
          </a:p>
          <a:p>
            <a:pPr algn="ctr"/>
            <a:r>
              <a:rPr lang="ja-JP" altLang="en-US" sz="2800"/>
              <a:t>４回生　中渡瀬英輝</a:t>
            </a:r>
            <a:endParaRPr kumimoji="1" lang="ja-JP" altLang="en-US" sz="2800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CDD5A4AA-8515-49AE-8C6C-9CF6E14C9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1431831" y="1949051"/>
            <a:ext cx="239869" cy="239869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93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B4ED09-116F-C72F-8F5A-90283721F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2CA19F-6936-9237-2C61-616883940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1729" y="1885285"/>
            <a:ext cx="7796540" cy="3997828"/>
          </a:xfrm>
        </p:spPr>
        <p:txBody>
          <a:bodyPr>
            <a:normAutofit/>
          </a:bodyPr>
          <a:lstStyle/>
          <a:p>
            <a:r>
              <a:rPr kumimoji="1" lang="en-US" altLang="ja-JP" sz="2400" dirty="0"/>
              <a:t>Lorenz-96</a:t>
            </a:r>
            <a:r>
              <a:rPr kumimoji="1" lang="ja-JP" altLang="en-US" sz="2400"/>
              <a:t>を</a:t>
            </a:r>
            <a:r>
              <a:rPr kumimoji="1" lang="en-US" altLang="ja-JP" sz="2400" dirty="0"/>
              <a:t>4</a:t>
            </a:r>
            <a:r>
              <a:rPr kumimoji="1" lang="ja-JP" altLang="en-US" sz="2400"/>
              <a:t>次</a:t>
            </a:r>
            <a:r>
              <a:rPr lang="ja-JP" altLang="en-US" sz="2400"/>
              <a:t>の</a:t>
            </a:r>
            <a:r>
              <a:rPr lang="en-US" altLang="ja-JP" sz="2400" dirty="0"/>
              <a:t>Runge-</a:t>
            </a:r>
            <a:r>
              <a:rPr lang="en-US" altLang="ja-JP" sz="2400" dirty="0" err="1"/>
              <a:t>Kutta</a:t>
            </a:r>
            <a:r>
              <a:rPr lang="ja-JP" altLang="en-US" sz="2400"/>
              <a:t>法を用いて実装を行う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/>
              <a:t>パラメータ値</a:t>
            </a:r>
            <a:r>
              <a:rPr lang="en-US" altLang="ja-JP" sz="2400" dirty="0"/>
              <a:t>F</a:t>
            </a:r>
            <a:r>
              <a:rPr lang="ja-JP" altLang="en-US" sz="2400"/>
              <a:t>を変更し</a:t>
            </a:r>
            <a:r>
              <a:rPr lang="en-US" altLang="ja-JP" sz="2400" dirty="0"/>
              <a:t>F=8</a:t>
            </a:r>
            <a:r>
              <a:rPr lang="ja-JP" altLang="en-US" sz="2400"/>
              <a:t>でカオスとなることを確認する</a:t>
            </a:r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3806097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02859C-2AB2-5A71-922F-DA3597833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8BF4C5BE-06A4-A57D-D5EC-3F8F141F16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31477" y="1885285"/>
                <a:ext cx="7796540" cy="399782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  <m:t>𝑑𝑋</m:t>
                        </m:r>
                        <m:r>
                          <a:rPr kumimoji="1" lang="en-US" altLang="ja-JP" sz="2400" i="1" baseline="-25000" dirty="0" err="1" smtClean="0">
                            <a:latin typeface="Cambria Math" panose="02040503050406030204" pitchFamily="18" charset="0"/>
                          </a:rPr>
                          <m:t>𝑗</m:t>
                        </m:r>
                      </m:num>
                      <m:den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ja-JP" sz="2400" i="1" baseline="-25000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ja-JP" sz="2400" i="1" baseline="-25000" dirty="0" smtClean="0">
                            <a:latin typeface="Cambria Math" panose="02040503050406030204" pitchFamily="18" charset="0"/>
                          </a:rPr>
                          <m:t>+1−</m:t>
                        </m:r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𝑋𝑗</m:t>
                        </m:r>
                        <m:r>
                          <a:rPr lang="en-US" altLang="ja-JP" sz="2400" i="1" baseline="-25000" dirty="0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𝑋𝑗</m:t>
                    </m:r>
                    <m:r>
                      <a:rPr lang="en-US" altLang="ja-JP" sz="2400" i="1" baseline="-25000" dirty="0" smtClean="0">
                        <a:latin typeface="Cambria Math" panose="02040503050406030204" pitchFamily="18" charset="0"/>
                      </a:rPr>
                      <m:t>−1−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𝑋𝑗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altLang="ja-JP" sz="2400" i="1" dirty="0">
                  <a:latin typeface="Cambria Math" panose="02040503050406030204" pitchFamily="18" charset="0"/>
                </a:endParaRPr>
              </a:p>
              <a:p>
                <a:endParaRPr lang="en-US" altLang="ja-JP" sz="2400" i="1" dirty="0">
                  <a:latin typeface="Cambria Math" panose="02040503050406030204" pitchFamily="18" charset="0"/>
                </a:endParaRPr>
              </a:p>
              <a:p>
                <a:r>
                  <a:rPr lang="en-US" altLang="ja-JP" sz="2400" dirty="0"/>
                  <a:t>j=1,2,...,40</a:t>
                </a:r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8BF4C5BE-06A4-A57D-D5EC-3F8F141F16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31477" y="1885285"/>
                <a:ext cx="7796540" cy="3997828"/>
              </a:xfrm>
              <a:blipFill>
                <a:blip r:embed="rId2"/>
                <a:stretch>
                  <a:fillRect l="-6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182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67AAB7-B003-0F71-5756-C07423FD2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0F196D-4648-ECC6-3206-76748A3CC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3748" y="2052116"/>
            <a:ext cx="7796540" cy="3997828"/>
          </a:xfrm>
        </p:spPr>
        <p:txBody>
          <a:bodyPr>
            <a:normAutofit/>
          </a:bodyPr>
          <a:lstStyle/>
          <a:p>
            <a:r>
              <a:rPr lang="en-US" altLang="ja-JP" sz="2400" dirty="0"/>
              <a:t>dt=0.01s</a:t>
            </a:r>
            <a:r>
              <a:rPr lang="ja-JP" altLang="en-US" sz="2400"/>
              <a:t>として</a:t>
            </a:r>
            <a:r>
              <a:rPr lang="en-US" altLang="ja-JP" sz="2400" dirty="0"/>
              <a:t>1000step</a:t>
            </a:r>
            <a:r>
              <a:rPr lang="ja-JP" altLang="en-US" sz="2400"/>
              <a:t>の時間変化を計算した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/>
              <a:t>カオスの確認のため初期値</a:t>
            </a:r>
            <a:r>
              <a:rPr kumimoji="1" lang="en-US" altLang="ja-JP" sz="2400" dirty="0"/>
              <a:t>X</a:t>
            </a:r>
            <a:r>
              <a:rPr kumimoji="1" lang="en-US" altLang="ja-JP" sz="2400" baseline="-25000" dirty="0"/>
              <a:t>1</a:t>
            </a:r>
            <a:r>
              <a:rPr kumimoji="1" lang="en-US" altLang="ja-JP" sz="2400" dirty="0"/>
              <a:t>=1.000000</a:t>
            </a:r>
            <a:r>
              <a:rPr kumimoji="1" lang="ja-JP" altLang="en-US" sz="2400"/>
              <a:t>を基準とし、初期値</a:t>
            </a:r>
            <a:r>
              <a:rPr lang="en-US" altLang="ja-JP" sz="2400" dirty="0"/>
              <a:t>X</a:t>
            </a:r>
            <a:r>
              <a:rPr lang="en-US" altLang="ja-JP" sz="2400" baseline="-25000" dirty="0"/>
              <a:t>1</a:t>
            </a:r>
            <a:r>
              <a:rPr lang="en-US" altLang="ja-JP" sz="2400" dirty="0"/>
              <a:t>=1.000001</a:t>
            </a:r>
            <a:r>
              <a:rPr lang="ja-JP" altLang="en-US" sz="2400"/>
              <a:t>との差を確認する。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j≠1</a:t>
            </a:r>
            <a:r>
              <a:rPr lang="ja-JP" altLang="en-US" sz="2400"/>
              <a:t>については初期値を０としている。</a:t>
            </a:r>
            <a:endParaRPr lang="en-US" altLang="ja-JP" sz="2400" dirty="0"/>
          </a:p>
          <a:p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745713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289A79-E6A5-F860-3E76-619E8668B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コード</a:t>
            </a:r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A36723CD-8F5E-A472-3CEF-DDAA829BB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883" y="1175797"/>
            <a:ext cx="5867400" cy="450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500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83033D-4173-D38F-875B-791707FEC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/>
              <a:t>グラフ結果　</a:t>
            </a:r>
            <a:r>
              <a:rPr kumimoji="1" lang="en-US" altLang="ja-JP" dirty="0"/>
              <a:t>F=2</a:t>
            </a:r>
            <a:br>
              <a:rPr kumimoji="1" lang="en-US" altLang="ja-JP" dirty="0"/>
            </a:br>
            <a:r>
              <a:rPr kumimoji="1" lang="ja-JP" altLang="en-US"/>
              <a:t>左が基準、右がずれあり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69CB138-68A8-185B-8D51-2192E6DE670E}"/>
              </a:ext>
            </a:extLst>
          </p:cNvPr>
          <p:cNvSpPr txBox="1"/>
          <p:nvPr/>
        </p:nvSpPr>
        <p:spPr>
          <a:xfrm>
            <a:off x="6146800" y="1130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BFC2FEB-7C13-BAE0-8B3D-D0FE3A30A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322" y="2369951"/>
            <a:ext cx="4599991" cy="3679993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2983E402-5330-C650-2966-144E6D9DA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472" y="2369950"/>
            <a:ext cx="4599991" cy="367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586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3E7760-5AD4-690B-A368-EA51C34E1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グラフ結果　</a:t>
            </a:r>
            <a:r>
              <a:rPr lang="en-US" altLang="ja-JP" dirty="0"/>
              <a:t>F=4</a:t>
            </a:r>
            <a:br>
              <a:rPr lang="en-US" altLang="ja-JP" dirty="0"/>
            </a:br>
            <a:r>
              <a:rPr lang="ja-JP" altLang="en-US"/>
              <a:t>左が基準、右がずれあり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CB8944B-ED1E-FEED-40CC-D79267BF5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79" y="2486024"/>
            <a:ext cx="4097341" cy="3277873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2DA5667-4739-8909-4363-DD066D9F9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798" y="2486024"/>
            <a:ext cx="4097341" cy="327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02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95519C8D-61E6-D7FA-2B3E-88D3E77FB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グラフ結果　</a:t>
            </a:r>
            <a:r>
              <a:rPr lang="en-US" altLang="ja-JP" dirty="0"/>
              <a:t>F=7.9</a:t>
            </a:r>
            <a:br>
              <a:rPr lang="en-US" altLang="ja-JP" dirty="0"/>
            </a:br>
            <a:r>
              <a:rPr lang="ja-JP" altLang="en-US"/>
              <a:t>左が基準、右がずれあり</a:t>
            </a:r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B049B35-2991-D0E9-E2BF-B7053D565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79" y="2646661"/>
            <a:ext cx="4254104" cy="3403283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A15DCCB9-A6CF-0042-541D-58B5592BF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035" y="2646660"/>
            <a:ext cx="4254104" cy="340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89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EFE5B9D2-CB5C-2D46-44F3-A76DD4437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グラフ結果　</a:t>
            </a:r>
            <a:r>
              <a:rPr lang="en-US" altLang="ja-JP" dirty="0"/>
              <a:t>F=8</a:t>
            </a:r>
            <a:br>
              <a:rPr lang="en-US" altLang="ja-JP" dirty="0"/>
            </a:br>
            <a:r>
              <a:rPr lang="ja-JP" altLang="en-US"/>
              <a:t>左が基準、右がずれあり</a:t>
            </a:r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42ABC26-D028-4EDA-6DF2-7B9440442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637" y="2324101"/>
            <a:ext cx="4333874" cy="3467099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942B60D0-F259-FC2D-ED15-15903D0D5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105" y="2324100"/>
            <a:ext cx="4333874" cy="346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362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79A39AE9-AC1B-E456-B1AC-64D28F2D7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グラフ結果　</a:t>
            </a:r>
            <a:r>
              <a:rPr lang="en-US" altLang="ja-JP" dirty="0"/>
              <a:t>F=16</a:t>
            </a:r>
            <a:br>
              <a:rPr lang="en-US" altLang="ja-JP" dirty="0"/>
            </a:br>
            <a:r>
              <a:rPr lang="ja-JP" altLang="en-US"/>
              <a:t>左が基準、右がずれあり</a:t>
            </a:r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05C2994-CDDC-4AB6-FD59-012F71D58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979" y="2250758"/>
            <a:ext cx="4293031" cy="343442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FA7E0FD-113E-1A50-A771-114910FD3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108" y="2250758"/>
            <a:ext cx="4293031" cy="343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561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3A060C-7382-0C1B-83F8-B051002E8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結果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F2C46B-D047-502C-4AC4-67AFCF824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7730" y="1885285"/>
            <a:ext cx="7796540" cy="3997828"/>
          </a:xfrm>
        </p:spPr>
        <p:txBody>
          <a:bodyPr>
            <a:noAutofit/>
          </a:bodyPr>
          <a:lstStyle/>
          <a:p>
            <a:r>
              <a:rPr kumimoji="1" lang="en-US" altLang="ja-JP" sz="2400" dirty="0"/>
              <a:t>F</a:t>
            </a:r>
            <a:r>
              <a:rPr kumimoji="1" lang="ja-JP" altLang="en-US" sz="2400"/>
              <a:t>が</a:t>
            </a:r>
            <a:r>
              <a:rPr lang="en-US" altLang="ja-JP" sz="2400" dirty="0"/>
              <a:t>8</a:t>
            </a:r>
            <a:r>
              <a:rPr lang="ja-JP" altLang="en-US" sz="2400"/>
              <a:t>を超えたあたりからカオスの様子が見られることが確認できた。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F</a:t>
            </a:r>
            <a:r>
              <a:rPr lang="ja-JP" altLang="en-US" sz="2400"/>
              <a:t>が</a:t>
            </a:r>
            <a:r>
              <a:rPr lang="en-US" altLang="ja-JP" sz="2400" dirty="0"/>
              <a:t>8</a:t>
            </a:r>
            <a:r>
              <a:rPr lang="ja-JP" altLang="en-US" sz="2400"/>
              <a:t>に近かったとしても</a:t>
            </a:r>
            <a:r>
              <a:rPr lang="en-US" altLang="ja-JP" sz="2400" dirty="0"/>
              <a:t>F&lt;8</a:t>
            </a:r>
            <a:r>
              <a:rPr lang="ja-JP" altLang="en-US" sz="2400"/>
              <a:t>ならカオスの様子が見られないことが確認できた。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kumimoji="1" lang="en-US" altLang="ja-JP" sz="2400" dirty="0"/>
              <a:t>F</a:t>
            </a:r>
            <a:r>
              <a:rPr kumimoji="1" lang="ja-JP" altLang="en-US" sz="2400"/>
              <a:t>が大きくなるほどカオスは強くなっていることが確認できた</a:t>
            </a:r>
          </a:p>
        </p:txBody>
      </p:sp>
    </p:spTree>
    <p:extLst>
      <p:ext uri="{BB962C8B-B14F-4D97-AF65-F5344CB8AC3E}">
        <p14:creationId xmlns:p14="http://schemas.microsoft.com/office/powerpoint/2010/main" val="1757862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38C0AF-9D78-863D-F7AA-68AAC08E2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X</a:t>
            </a:r>
            <a:r>
              <a:rPr kumimoji="1" lang="en-US" altLang="ja-JP" baseline="-25000" dirty="0" err="1"/>
              <a:t>j</a:t>
            </a:r>
            <a:r>
              <a:rPr lang="en-US" altLang="ja-JP" dirty="0"/>
              <a:t>(j=40)</a:t>
            </a:r>
            <a:r>
              <a:rPr kumimoji="1" lang="ja-JP" altLang="en-US"/>
              <a:t>全体の形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2BA001E-9423-B7F3-3C3C-41092ACC5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288" y="2273776"/>
            <a:ext cx="4305102" cy="3444082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8A866F1-045E-49F3-F47A-97842D607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73776"/>
            <a:ext cx="4305103" cy="3444082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991509F-70C7-8E37-8EF5-6E9566A6F7D0}"/>
              </a:ext>
            </a:extLst>
          </p:cNvPr>
          <p:cNvSpPr txBox="1"/>
          <p:nvPr/>
        </p:nvSpPr>
        <p:spPr>
          <a:xfrm>
            <a:off x="2874497" y="5921683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F=2</a:t>
            </a:r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7DF7C69-8EAE-2651-7330-FCFF4F06A5AF}"/>
              </a:ext>
            </a:extLst>
          </p:cNvPr>
          <p:cNvSpPr txBox="1"/>
          <p:nvPr/>
        </p:nvSpPr>
        <p:spPr>
          <a:xfrm>
            <a:off x="7938209" y="5921683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F=4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5101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DF76D587-C03D-E9C6-606A-1A8C631B9D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6787" y="1884045"/>
            <a:ext cx="4363641" cy="3490913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C143BA83-DAD7-5CC3-3F6B-652638893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946" y="1884046"/>
            <a:ext cx="4363641" cy="3490912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E4767DF-1657-259D-26F2-CFCD4F9F42AA}"/>
              </a:ext>
            </a:extLst>
          </p:cNvPr>
          <p:cNvSpPr txBox="1"/>
          <p:nvPr/>
        </p:nvSpPr>
        <p:spPr>
          <a:xfrm>
            <a:off x="2838265" y="5612846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F=8</a:t>
            </a:r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93D67EE-45D4-9578-0D5C-CB70C46EAABB}"/>
              </a:ext>
            </a:extLst>
          </p:cNvPr>
          <p:cNvSpPr txBox="1"/>
          <p:nvPr/>
        </p:nvSpPr>
        <p:spPr>
          <a:xfrm>
            <a:off x="8137304" y="5612846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F=16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6265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124DBFA-83E4-3413-07F0-CC6CB0D93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982" y="959405"/>
            <a:ext cx="6014280" cy="4811424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EFCD87C-5275-D93F-8F18-064CDDD1C4CE}"/>
              </a:ext>
            </a:extLst>
          </p:cNvPr>
          <p:cNvSpPr txBox="1"/>
          <p:nvPr/>
        </p:nvSpPr>
        <p:spPr>
          <a:xfrm>
            <a:off x="5512540" y="620077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F=100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0610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59B670-97D9-0922-3F5C-A2FB020BE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結果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9EBE30-3F96-8C98-AA7D-F5278AE47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9339" y="1430086"/>
            <a:ext cx="8073321" cy="3997828"/>
          </a:xfrm>
        </p:spPr>
        <p:txBody>
          <a:bodyPr>
            <a:normAutofit/>
          </a:bodyPr>
          <a:lstStyle/>
          <a:p>
            <a:r>
              <a:rPr kumimoji="1" lang="en-US" altLang="ja-JP" sz="2400" dirty="0" err="1"/>
              <a:t>X</a:t>
            </a:r>
            <a:r>
              <a:rPr kumimoji="1" lang="en-US" altLang="ja-JP" sz="2400" baseline="-25000" dirty="0" err="1"/>
              <a:t>j</a:t>
            </a:r>
            <a:r>
              <a:rPr kumimoji="1" lang="ja-JP" altLang="en-US" sz="2400"/>
              <a:t>全体の形としては</a:t>
            </a:r>
            <a:r>
              <a:rPr kumimoji="1" lang="en-US" altLang="ja-JP" sz="2400" dirty="0"/>
              <a:t>F</a:t>
            </a:r>
            <a:r>
              <a:rPr kumimoji="1" lang="ja-JP" altLang="en-US" sz="2400"/>
              <a:t>を大きくしても似た軌道になっている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/>
              <a:t>インデックス</a:t>
            </a:r>
            <a:r>
              <a:rPr kumimoji="1" lang="ja-JP" altLang="en-US" sz="2400"/>
              <a:t>の近いものに引きづられているので軌道が似ている</a:t>
            </a:r>
            <a:r>
              <a:rPr lang="ja-JP" altLang="en-US" sz="2400"/>
              <a:t>のでは？</a:t>
            </a:r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42349708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マディソン">
  <a:themeElements>
    <a:clrScheme name="マディソン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マディソン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マディソン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1536</TotalTime>
  <Words>292</Words>
  <Application>Microsoft Macintosh PowerPoint</Application>
  <PresentationFormat>ワイド画面</PresentationFormat>
  <Paragraphs>40</Paragraphs>
  <Slides>15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2" baseType="lpstr">
      <vt:lpstr>MS Shell Dlg 2</vt:lpstr>
      <vt:lpstr>游ゴシック</vt:lpstr>
      <vt:lpstr>Arial</vt:lpstr>
      <vt:lpstr>Cambria Math</vt:lpstr>
      <vt:lpstr>Wingdings</vt:lpstr>
      <vt:lpstr>Wingdings 3</vt:lpstr>
      <vt:lpstr>マディソン</vt:lpstr>
      <vt:lpstr>データ同化A 課題１</vt:lpstr>
      <vt:lpstr>目標</vt:lpstr>
      <vt:lpstr>式</vt:lpstr>
      <vt:lpstr>設定</vt:lpstr>
      <vt:lpstr>コード</vt:lpstr>
      <vt:lpstr>グラフ結果　F=2 左が基準、右がずれあり</vt:lpstr>
      <vt:lpstr>グラフ結果　F=4 左が基準、右がずれあり</vt:lpstr>
      <vt:lpstr>グラフ結果　F=7.9 左が基準、右がずれあり</vt:lpstr>
      <vt:lpstr>グラフ結果　F=8 左が基準、右がずれあり</vt:lpstr>
      <vt:lpstr>グラフ結果　F=16 左が基準、右がずれあり</vt:lpstr>
      <vt:lpstr>結果</vt:lpstr>
      <vt:lpstr>Xj(j=40)全体の形</vt:lpstr>
      <vt:lpstr>PowerPoint プレゼンテーション</vt:lpstr>
      <vt:lpstr>PowerPoint プレゼンテーション</vt:lpstr>
      <vt:lpstr>結果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nakawatase.hideki.54k@st.kyoto-u.ac.jp</dc:creator>
  <cp:lastModifiedBy>nakawatase.hideki.54k@st.kyoto-u.ac.jp</cp:lastModifiedBy>
  <cp:revision>3</cp:revision>
  <dcterms:created xsi:type="dcterms:W3CDTF">2026-04-21T01:22:53Z</dcterms:created>
  <dcterms:modified xsi:type="dcterms:W3CDTF">2026-04-22T03:33:44Z</dcterms:modified>
</cp:coreProperties>
</file>